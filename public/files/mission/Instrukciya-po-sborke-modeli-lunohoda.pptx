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10972800"/>
  <p:notesSz cx="10972800" cy="14630400"/>
  <p:embeddedFontLst>
    <p:embeddedFont>
      <p:font typeface="Roboto Slab"/>
      <p:regular r:id="rId13"/>
    </p:embeddedFont>
    <p:embeddedFont>
      <p:font typeface="Roboto Slab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47776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Инструкция по сборке модели лунохода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5804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Перед тем как начать, давай узнаем несколько интересных фактов о луноходах!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6718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71438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49748"/>
            <a:ext cx="48644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Луноходы — исследователи Луны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240167"/>
            <a:ext cx="681930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Первый луноход, «Луноход-1», был отправлен Советским Союзом на Луну в 1970 году. Он весил 756 кг и мог передвигаться со скоростью до 2 км/ч, изучая лунную поверхность!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1454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51879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52232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Солнечная энергия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5713690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Многие луноходы работают на солнечных батареях, которые заряжаются от солнечного света. Это помогает им экономить энергию для долгих путешествий по Луне.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72560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72985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7333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Камеры и антенны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7824311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Луноходы оснащены камерами и антеннами, чтобы отправлять фотографии и данные на Землю. Благодаря этому ученые могут изучать Луну, не покидая нашу планету!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916817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Теперь давай соберем свою модель лунохода из картона и клея. Следуй этим простым шагам, чтобы создать крутую модель, которая выглядит как настоящий космический исследователь!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2681"/>
            <a:ext cx="103011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Шаг 1: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Создаем корпус и колеса (детали 1 и 4)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232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78329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952637"/>
            <a:ext cx="3937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Вырезаем корпус (деталь 1)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44305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Найди большую изогнутую деталь (1) и аккуратно вырежи ее ножницами.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34232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778329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952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Сгибаем корпус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4443055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Согни деталь (1) под прямым углом по переднему краю и по линии сгиба сзади. Это будет основа твоего лунохода.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34232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801070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952637"/>
            <a:ext cx="3978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Вырезаем колеса (детали 4)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444305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Вырежи восемь одинаковых деталей (4) — это будущие колеса.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62915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623923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6820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Формируем колеса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731127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Склей каждую деталь (4) так, чтобы получилась трубка (как маленький цилиндр).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62915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6623923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6820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Крепим колеса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7311271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Приклей по четыре колеса с каждой стороны корпуса (1). Посмотри на схему «вид снизу» в верхнем левом углу, чтобы колеса стояли ровно.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7063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Шаг 2: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Собираем отсек управления (детали 2 и 3)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659737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86551"/>
            <a:ext cx="37633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Вырезаем отсек (деталь 2)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7697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Найди деталь (2) — она похожа на круглый сектор с четырьмя «лепестками». Вырежи ее.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329589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556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Формируем отсек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504682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Сверни деталь (2) в цилиндр и склей края, чтобы получился отсек управления.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999440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6226254"/>
            <a:ext cx="43424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Добавляем крышку (деталь 3)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716673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Вырежи круглую деталь (3) и приклей ее к лепестку с буквой «Г» на отсеке (2).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7669292"/>
            <a:ext cx="1134070" cy="20327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7896106"/>
            <a:ext cx="3478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Крепим отсек к корпусу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8386524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Приклей четыре нижних лепестка отсека (2) к корпусу (1). Убедись, что белые прямоугольники с буквой «В» на деталях совпадают.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14311"/>
            <a:ext cx="129965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Шаг 3:</a:t>
            </a:r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Устанавливаем телекамеры и антенну (детали 5 и 6)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793790" y="5037892"/>
            <a:ext cx="3699986" cy="2422922"/>
          </a:xfrm>
          <a:prstGeom prst="roundRect">
            <a:avLst>
              <a:gd name="adj" fmla="val 13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9654" y="5283756"/>
            <a:ext cx="320825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Вырезаем телекамеры (детали 5)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39654" y="6172319"/>
            <a:ext cx="320825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Вырежи две одинаковые детали (5) для телекамер.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709160" y="5037892"/>
            <a:ext cx="3699986" cy="2422922"/>
          </a:xfrm>
          <a:prstGeom prst="roundRect">
            <a:avLst>
              <a:gd name="adj" fmla="val 133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5024" y="5283756"/>
            <a:ext cx="307193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Собираем телекамеры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55024" y="5835729"/>
            <a:ext cx="3208258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Склей каждую деталь (5) в трубку и отогни ее «лепестки» наружу — это поможет прикрепить их к корпусу.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93790" y="7676198"/>
            <a:ext cx="7615357" cy="1733312"/>
          </a:xfrm>
          <a:prstGeom prst="roundRect">
            <a:avLst>
              <a:gd name="adj" fmla="val 186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9654" y="7922062"/>
            <a:ext cx="282404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Крепим телекамеры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9654" y="8474035"/>
            <a:ext cx="712362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Приклей телекамеры (5) к корпусу (1) в местах, обозначенных буквой «Б».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942546" y="501086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Антенна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942546" y="5562838"/>
            <a:ext cx="4901565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Вырезаем антенну (деталь 6): Найди и вырежи деталь (6).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942546" y="6327815"/>
            <a:ext cx="4901565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Устанавливаем антенну: Приклей антенну (6) к корпусу (1) в месте, обозначенном буквой «А».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662136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Поздравляем!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74199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 собрал свою модель лунохода! Теперь можешь украсить ее фломастерами или наклейками, чтобы она выглядела как настоящий космический аппарат. Попробуй покатать ее по столу и представить, как она исследует Луну!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2025-09-25T12:40:27Z</dcterms:created>
  <dcterms:modified xsi:type="dcterms:W3CDTF">2025-09-25T12:40:27Z</dcterms:modified>
</cp:coreProperties>
</file>